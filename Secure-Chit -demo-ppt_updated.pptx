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19"/>
    <p:sldId id="264" r:id="rId20"/>
    <p:sldId id="265" r:id="rId21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embeddedFontLst>
    <p:embeddedFont>
      <p:font typeface="Alegreya Sans" panose="020B0604020202020204" charset="0"/>
      <p:regular r:id="rId10"/>
    </p:embeddedFont>
    <p:embeddedFont>
      <p:font typeface="Alegreya Sans Bold" panose="020B0604020202020204" charset="0"/>
      <p:regular r:id="rId11"/>
    </p:embeddedFont>
    <p:embeddedFont>
      <p:font typeface="Alegreya Sans Medium" panose="020B0604020202020204" charset="0"/>
      <p:regular r:id="rId12"/>
    </p:embeddedFont>
    <p:embeddedFont>
      <p:font typeface="Noto Serif Display" panose="020B0604020202020204" charset="0"/>
      <p:regular r:id="rId13"/>
    </p:embeddedFont>
    <p:embeddedFont>
      <p:font typeface="Noto Serif Display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53390-9AD6-4084-B5DF-70A892D6D227}">
          <p14:sldIdLst>
            <p14:sldId id="256"/>
            <p14:sldId id="257"/>
            <p14:sldId id="262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5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02" y="3656953"/>
            <a:ext cx="7334067" cy="9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kern="100" spc="-72" dirty="0">
                <a:solidFill>
                  <a:srgbClr val="FFFFFF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 Chit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56802" y="4649391"/>
            <a:ext cx="85532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External Viva Examination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6802" y="5218113"/>
            <a:ext cx="457189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5" name="Text 3"/>
          <p:cNvSpPr/>
          <p:nvPr/>
        </p:nvSpPr>
        <p:spPr>
          <a:xfrm>
            <a:off x="556802" y="5505549"/>
            <a:ext cx="7334067" cy="110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TEAM MEMBERS: R.NARESHKUMAR (24UCS08) · APR.JEGATHEESH VARSHAN (24UCS06)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PROJECT GUIDE: MRS. SM. VALLI B.E., M.C.A., M.PHIL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0683"/>
            <a:ext cx="3150613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E262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SecureChit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268611"/>
            <a:ext cx="2346762" cy="4969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210" y="688515"/>
            <a:ext cx="710190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480210" y="1320701"/>
            <a:ext cx="7101900" cy="426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Transformation: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SecureChit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is a trusted enterprise platform that replaces traditional paper-based chit funds with a verified, transparent, and legally accountable digital system.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Real-time Reverse Auction: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Features a live bidding engine with emergency rank prioritization and an automated dividend calculator that strictly enforces the statutory 5% foreman commission cap.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Paperless Legal Compliance: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Introduces an automated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Promissory Note (PRN-2026-XXXX)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module, requiring winners to provide an HTML5 canvas touch/mouse signature before prize disbursal.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End-to-End Automation: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Seamlessly manages the complete ROSCA lifecycle—from Aadhaar/PAN KYC verification and group enrollment to secure UPI installment tracking and final settlement.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Security &amp; Integrity: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Built with robust Role-Based Access Control (RBAC), JWT authentication, BCrypt hashing, and tamper-proof digital receipts (REC-2026-XXXX) for complete ledger auditability.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86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01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914629"/>
            <a:ext cx="277736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451173"/>
            <a:ext cx="228594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Secure data capture begins with authenticated member access and a digital Promissory Note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685188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60353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Member access &amp; chit details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LOGIN / RBAC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Member ID: SC-024UCS08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Chit value: ₹ 1,00,000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Installment: ₹ 5,000 / month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Role-based access controls the next step.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703146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6213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Promissory Note entry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SECURE DIGITAL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Borrower consent and repayment terms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HTML5 Canvas signature area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Auto-generated legal Promissory Note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02 ·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58471"/>
            <a:ext cx="222879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Output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814314"/>
            <a:ext cx="222879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Every action produces transparent, auditable results—from payment confirmation to winner allocation and signed records.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834211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75245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Payment &amp; bidding dashboard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LIVE TRANSACTION 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Payment status: Successful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Bid value and auction timeline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AI-powered smart winner allocation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Dividend distribution summary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852169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7705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Signed record &amp; audit trail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DOWNLOAD / VERIFICATION 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Digital signature: Verified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Promissory Note: Generated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Audit-ready record: Available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39613"/>
            <a:ext cx="634349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1981" y="1446510"/>
            <a:ext cx="2112017" cy="38100"/>
          </a:xfrm>
          <a:prstGeom prst="roundRect">
            <a:avLst>
              <a:gd name="adj" fmla="val 49999"/>
            </a:avLst>
          </a:prstGeom>
          <a:solidFill>
            <a:srgbClr val="C9A15A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745952"/>
            <a:ext cx="6400640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Eliminates inefficiencies and opacity of conventional paper-based chit funds.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Ensures fair prize allocation via reverse-auction and AI Emergency Priority.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Enforces the statutory 5% commission cap through automated dividend distribution.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Passed all 25 system test cases confirming functional and security requirements.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Successfully digitizes India's community savings instrument while maintaining trust.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7" y="1692870"/>
            <a:ext cx="2797303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4A5446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SECURE CHIT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997" y="1973697"/>
            <a:ext cx="279730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15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47428" y="0"/>
            <a:ext cx="9144267" cy="68580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5" name="Text 3"/>
          <p:cNvSpPr/>
          <p:nvPr/>
        </p:nvSpPr>
        <p:spPr>
          <a:xfrm>
            <a:off x="4088802" y="533400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React Native Mobile App: Cross-platform access for payments and bidding.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88802" y="135374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NACH/e-NACH Auto-Debit: Automated collection to reduce default risks.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88802" y="217408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Blockchain Audit Trail: Immutable transaction records using Hyperledger Fabric.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88802" y="2994422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 Member Credit Scoring: Risk-weighted plan eligibility based on payment history.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88802" y="381476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Multilingual &amp; Voice-Assisted Interface: Implementing regional language support (Tamil, Telugu, Hindi, etc.) and voice-guided navigation to make the platform highly accessible for rural and non-English speaking subscribers.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88802" y="520402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WhatsApp Chatbot Integration: An automated AI WhatsApp bot that allows members to instantly check upcoming auction schedules, outstanding dues, and download digital receipts directly via chat.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7" y="3058120"/>
            <a:ext cx="2690448" cy="33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563</Words>
  <Application>Microsoft Office PowerPoint</Application>
  <PresentationFormat>Widescreen</PresentationFormat>
  <Paragraphs>76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Noto Serif Display</vt:lpstr>
      <vt:lpstr>Alegreya Sans Medium</vt:lpstr>
      <vt:lpstr>Alegreya Sans</vt:lpstr>
      <vt:lpstr>Noto Serif Display Light</vt:lpstr>
      <vt:lpstr>Alegreya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</dc:creator>
  <cp:lastModifiedBy>Naresh Kumar</cp:lastModifiedBy>
  <cp:revision>2</cp:revision>
  <dcterms:created xsi:type="dcterms:W3CDTF">2026-10-09T12:13:49Z</dcterms:created>
  <dcterms:modified xsi:type="dcterms:W3CDTF">2026-10-09T12:19:28Z</dcterms:modified>
</cp:coreProperties>
</file>