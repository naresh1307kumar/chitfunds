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(Member) Workflow Diagram</a:t>
            </a:r>
          </a:p>
        </p:txBody>
      </p:sp>
      <p:pic>
        <p:nvPicPr>
          <p:cNvPr id="3" name="Picture 2" descr="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52" y="1371600"/>
            <a:ext cx="155009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(Foreman) Workflow Diagram</a:t>
            </a:r>
          </a:p>
        </p:txBody>
      </p:sp>
      <p:pic>
        <p:nvPicPr>
          <p:cNvPr id="3" name="Picture 2" descr="adm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325" y="1371600"/>
            <a:ext cx="24613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System Workflow</a:t>
            </a:r>
          </a:p>
        </p:txBody>
      </p:sp>
      <p:pic>
        <p:nvPicPr>
          <p:cNvPr id="3" name="Picture 2" descr="integrate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07" y="1371600"/>
            <a:ext cx="4063385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