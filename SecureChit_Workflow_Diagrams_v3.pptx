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(Member) Detailed Workflow</a:t>
            </a:r>
          </a:p>
        </p:txBody>
      </p:sp>
      <p:pic>
        <p:nvPicPr>
          <p:cNvPr id="3" name="Picture 2" descr="us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015" y="1371600"/>
            <a:ext cx="106796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(Foreman) Detailed Workflow</a:t>
            </a:r>
          </a:p>
        </p:txBody>
      </p:sp>
      <p:pic>
        <p:nvPicPr>
          <p:cNvPr id="3" name="Picture 2" descr="admi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803" y="1371600"/>
            <a:ext cx="95639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Integrated System Workflow</a:t>
            </a:r>
          </a:p>
        </p:txBody>
      </p:sp>
      <p:pic>
        <p:nvPicPr>
          <p:cNvPr id="3" name="Picture 2" descr="integrate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527" y="1371600"/>
            <a:ext cx="8080945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