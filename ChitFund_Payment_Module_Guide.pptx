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9"/>
          </a:solidFill>
          <a:ln>
            <a:solidFill>
              <a:srgbClr val="1A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CHIT FUND PROJECT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Payment Module Implementation Notes</a:t>
            </a:r>
          </a:p>
          <a:p>
            <a:pPr>
              <a:spcBef>
                <a:spcPts val="1500"/>
              </a:spcBef>
              <a:defRPr sz="1600">
                <a:solidFill>
                  <a:srgbClr val="BFDBFE"/>
                </a:solidFill>
              </a:defRPr>
            </a:pPr>
            <a:r>
              <a:t>End-to-End Guide: Database Schema, FastAPI APIs, React Frontend &amp; Admin Verification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SECURECHIT PAYMENT MODULE GUIDE</a:t>
            </a:r>
          </a:p>
          <a:p>
            <a:pPr>
              <a:defRPr sz="2400" b="1">
                <a:solidFill>
                  <a:srgbClr val="1A2B49"/>
                </a:solidFill>
              </a:defRPr>
            </a:pPr>
            <a:r>
              <a:t>1. Payment Module Workflow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9"/>
                </a:solidFill>
              </a:defRPr>
            </a:pPr>
            <a:r>
              <a:t>1. Member Actions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View Monthly Dues via GET /dues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Click 'Pay via Instant UPI / QR'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Select Emergency Reason (Rank 1-5)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Scan GPay / PhonePe QR Code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Submit Payment Request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9"/>
                </a:solidFill>
              </a:defRPr>
            </a:pPr>
            <a:r>
              <a:t>2. System &amp; Database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Payment created with status 'pending'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Installment updated to 'paid'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Receipt number generated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Automated notification sent to Admin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Frontend polls for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9"/>
                </a:solidFill>
              </a:defRPr>
            </a:pPr>
            <a:r>
              <a:t>3. Admin Verification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Admin checks payment details &amp; UPI ID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Approve (Status -&gt; 'success')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Installment status -&gt; 'verified'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Verified Receipt issued to Member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Confetti animation on Frontend 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SECURECHIT PAYMENT MODULE GUIDE</a:t>
            </a:r>
          </a:p>
          <a:p>
            <a:pPr>
              <a:defRPr sz="2400" b="1">
                <a:solidFill>
                  <a:srgbClr val="1A2B49"/>
                </a:solidFill>
              </a:defRPr>
            </a:pPr>
            <a:r>
              <a:t>2. Database Schema (SQLAlchemy Models)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9"/>
                </a:solidFill>
              </a:defRPr>
            </a:pPr>
            <a:r>
              <a:t>Payments Table (`payments`)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id: Primary Key (Integer)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installment_id: Foreign Key (installments.id)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user_id: Foreign Key (users.id)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amount: Float (Monthly due amount)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payment_method: String (e.g. Google Pay UPI)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transaction_id: String (pay_upi_...)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status: Enum ('pending', 'success', 'failed')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notes: Text (Emergency Reason &amp; notes)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created_at: DateTime Timestamp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9"/>
                </a:solidFill>
              </a:defRPr>
            </a:pPr>
            <a:r>
              <a:t>Installments Table Fields (`installments`)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id: Primary Key (Integer)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status: Enum ('pending', 'paid', 'verified', 'overdue')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receipt_number: String (e.g. REC-2026-0001)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verified_by: Foreign Key (users.id)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verified_at: DateTime Timestamp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paid_date: Date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notes / transaction details link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SECURECHIT PAYMENT MODULE GUIDE</a:t>
            </a:r>
          </a:p>
          <a:p>
            <a:pPr>
              <a:defRPr sz="2400" b="1">
                <a:solidFill>
                  <a:srgbClr val="1A2B49"/>
                </a:solidFill>
              </a:defRPr>
            </a:pPr>
            <a:r>
              <a:t>3. Backend API Endpoints (FastAPI)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9"/>
                </a:solidFill>
              </a:defRPr>
            </a:pPr>
            <a:r>
              <a:t>Member API Router (`/member/payments`)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GET /dues: List active unpaid dues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POST /razorpay/create-order: Generate Razorpay Order ID &amp; metadata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POST /razorpay/verify: Submit payment request &amp; emergency reason for verification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GET /history: Fetch member's past payment receipts &amp;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9"/>
                </a:solidFill>
              </a:defRPr>
            </a:pPr>
            <a:r>
              <a:t>Admin API Router (`/admin/payments`)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GET /: List all member payments (filterable by pending/success/failed)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PUT /{id}/status: Approve ('success' -&gt; verified) or Reject ('failed' -&gt; pending)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POST /send-due-reminders: Send monthly 10th due reminders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DELETE /clear-all: Reset payments for test mode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SECURECHIT PAYMENT MODULE GUIDE</a:t>
            </a:r>
          </a:p>
          <a:p>
            <a:pPr>
              <a:defRPr sz="2400" b="1">
                <a:solidFill>
                  <a:srgbClr val="1A2B49"/>
                </a:solidFill>
              </a:defRPr>
            </a:pPr>
            <a:r>
              <a:t>4. React Frontend Components &amp; UI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9"/>
                </a:solidFill>
              </a:defRPr>
            </a:pPr>
            <a:r>
              <a:t>Payments Page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File: `Payments.jsx`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Displays member dues list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Shows transaction history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Status badges (Verified, Pending, Rejected)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Triggers Pay modal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9"/>
                </a:solidFill>
              </a:defRPr>
            </a:pPr>
            <a:r>
              <a:t>Razorpay / UPI Modal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File: `RazorpayModal.jsx`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GPay QR Code &amp; UPI Copy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Emergency Reason selector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Submit request button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Background status polling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9"/>
                </a:solidFill>
              </a:defRPr>
            </a:pPr>
            <a:r>
              <a:t>Digital Receipt Modal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File: `PaymentReceiptModal.jsx`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Formal digital receipt format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Receipt # (REC-2026-XXXX)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VERIFIED stamp &amp; details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Print / Save PDF option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SECURECHIT PAYMENT MODULE GUIDE</a:t>
            </a:r>
          </a:p>
          <a:p>
            <a:pPr>
              <a:defRPr sz="2400" b="1">
                <a:solidFill>
                  <a:srgbClr val="1A2B49"/>
                </a:solidFill>
              </a:defRPr>
            </a:pPr>
            <a:r>
              <a:t>5. Best Practices &amp; Key Takeaways for Friend's Project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9"/>
                </a:solidFill>
              </a:defRPr>
            </a:pPr>
            <a:r>
              <a:t>Core Guidelines &amp; Architecture Highlights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2-Step Verification Model: Prevents fraudulent claims by requiring Admin verification before final receipt generation.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Emergency Reason Priority Score: Rank 1 (Hospital) to Rank 5 (Personal) helps prioritize members during chit bidding/draws.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Polling Mechanism: Frontend automatically polls backend history every 3s to detect Admin approvals seamlessly.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Role-Based Access Control: Admin endpoints guarded with `require_admin` dependency for maximum security.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UX Delights: Confetti animation (`canvas-confetti`) on payment approval enhances user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