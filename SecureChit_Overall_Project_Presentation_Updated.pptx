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9"/>
          </a:solidFill>
          <a:ln>
            <a:solidFill>
              <a:srgbClr val="1A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SECURE CHIT FUND MANAGEMENT SYSTEM</a:t>
            </a:r>
          </a:p>
          <a:p>
            <a:pPr>
              <a:defRPr sz="2000" b="1">
                <a:solidFill>
                  <a:srgbClr val="D97706"/>
                </a:solidFill>
              </a:defRPr>
            </a:pPr>
            <a:r>
              <a:t>Comprehensive Full-Stack Digital Savings &amp; Auction Chit Fund Platform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Tech Stack: FastAPI (Python 3.11) | React.js 18 (Vite) | PostgreSQL | TailwindCSS | Razorpay 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1. PROJECT OVERVIEW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Introduction &amp; Project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What is a Chit Fund?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Traditional Indian financial institution combining savings and credit.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Group of members contribute a fixed sum monthly into a central pool.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Monthly pool is awarded to a member via auction bidding or lucky draw.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Remaining discount amount is distributed as dividends among all members.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Need for Digitalization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Eliminates manual ledger book-keeping &amp; physical cash collection errors.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Provides 100% transparency in monthly dividend &amp; payout calculations.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Ensures cryptographic security, digital KYC, and role-based access control.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Enables instant online monthly dues payment via Razorpay / UPI.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2. PROBLEM STATEMENT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Existing System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Manual Book-Keeping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Paper ledgers &amp; registers.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Prone to record tampering.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High risk of data loss.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No real-time tracking for members.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Lack of Transparency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Hidden company commissions.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Unclear dividend calculations.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Manual auction bidding disputes.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No verifiable audit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Payment &amp; Security Risks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Physical cash handling risks.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Delayed manual verifications.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Unverified member identities.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No digital payment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3. SOLUTION ARCHITECTURE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Proposed System — SecureChit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Key Improvements &amp; Capabilities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Automated Chit Scheme Engine (Bronze, Silver, Gold).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Transparent Month-by-Month Auction &amp; Dividend Schedule Table.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5% Foreman Commission Auto-Calculation &amp; Net Payable Dues.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Instant UPI / QR Code Payment Gateway Integration.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Verified Digital Receipts (`REC-2026-XXXX`) with PDF printing.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AI Emergency Prioritization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Rank 1: 🏥 Hospital / Medical Emergency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Rank 2: 🎓 Higher Education / School Fees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Rank 3: 💍 Marriage / Family Function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Rank 4: 💼 Business Capital / Expansion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Rank 5: 👤 Personal Savings /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4. CORE OBJECTIVES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Project Objectives &amp; Core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🛡️ 1. Complete Security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256-bit SSL &amp; JWT token authentication.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Role-based access control (Member vs Admin).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Mandatory 100% digital KYC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📊 2. Financial Transparency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Clear auction breakdown (Prize, Discount, Dividend).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Month 1 Foreman &amp; Month N Last Member guarantee.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Real-time installment ledger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⚡ 3. Automation &amp; Convenience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Razorpay Instant UPI &amp; QR Code checkout.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Automated 10th monthly due email reminders.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Instant digital receipt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⚖️ 4. Emergency Fairness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Prioritizes medical &amp; educational needs.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Removes bias in auction emergency bids.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Complete audit trail of all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5. SYSTEM MODULES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Core System Modules &amp; Responsibilities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1. Auth &amp; Security Module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User Registration &amp; Login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JWT Authentication Tokens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Dual-Role Access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219456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2. KYC &amp; Guarantor Module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Aadhaar / PAN Document Upload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Guarantor Verification Details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Admin KYC Approval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2194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3. Chit Scheme Management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Scheme Creation (Bronze/Silver/Gold)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Member Enrollment &amp; Tickets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Duration &amp; Monthly Dues 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4. Auction &amp; Dividend Engine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Month 1 Foreman Company Pool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Months 2..N-1 Auction Bidding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5% Commission &amp; Dividend Calc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1945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5. Installment &amp; Payment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Active Dues Identification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Razorpay UPI / QR Checkout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Verified Receipts (`REC-2026`)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19456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6. Admin &amp; Notifications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Payment Approval /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Automated 10th Due Reminders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System Audit Logs &amp;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6. SYSTEM ARCHITECTURE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3-Tier System Architecture Specification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Frontend Tier (Client)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React 18 Single Page App.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Vite Build Tooling.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TailwindCSS Styling.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Axios REST HTTP Client.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Lucide Icons &amp; Confetti.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Application Tier (API)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FastAPI Asynchronous Engine.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Python 3.11 Runtime.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SQLAlchemy ORM Layer.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JWT Bearer Middleware.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SMTP Email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Database Tier (Storage)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PostgreSQL 15 Relational DB.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ACID Compliant Transactions.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Encrypted Passwords (Bcrypt).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Static Uploads Directory.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Audit Log 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7. USE CASE DESIGN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Use Case Diagram &amp; Actor Specifications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Member Actor Use Cases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UC-1: Self Registration &amp; Role-based Login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UC-2: Upload Digital KYC Documents &amp; Guarantor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UC-3: Explore &amp; Enroll in Auction Schemes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UC-4: View Scheme Timeline &amp; Net Payable Schedule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UC-5: Pay Monthly Dues via Instant Razorpay UPI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UC-6: View, Download &amp; Print Verified Receipts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Admin Actor Use Cases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UC-7: Review &amp; Approve Member KYC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UC-8: Create, Configure &amp; Launch Chit Plans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UC-9: Conduct Monthly Auction &amp; Winner Selection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UC-10: Review Emergency Priority Bids (Rank 1-5)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UC-11: Verify &amp; Approve Online Member Payments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UC-12: Trigger 10th Monthly Due Email Reminders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8. PROCESS DATA FLOW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Data Flow Diagrams (DFD Level 0 &amp; Level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07040" cy="2194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DFD Level 0 (Context Level Flow)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Member Entity ──&gt; Submit KYC / Join Scheme / Pay Dues ──&gt; SecureChit System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System ──&gt; Digital Receipts / Dividend Breakdown / Dues Reminders ──&gt; Member Entity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Admin Entity ──&gt; Create Schemes / Approve KYC / Verify Payments ──&gt; SecureChit System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System ──&gt; System Audit Logs / Financial Reports / Emergency Rankings ──&gt; Admin 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10607040" cy="21945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DFD Level 1 (Subsystem Level Flow)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1.0 Auth Subsystem ──&gt; Validates Credentials &amp; Mints JWT Token ──&gt; D1 (Users DB Store)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2.0 Member &amp; Scheme Subsystem ──&gt; Stores Enrolled Members &amp; Tickets ──&gt; D2/D3 (Plans DB)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3.0 Payment Gateway Subsystem ──&gt; Processes UPI Payment &amp; Generates Receipt ──&gt; D5/D6 (Payments DB)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4.0 Auction Engine Subsystem ──&gt; Computes Bids &amp; Calculates Dividends ──&gt; D4 (MonthlyDraws DB)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9. DATABASE SPECIFICATION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Database Entity-Relationship (ER)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Database Tables Schema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1. `users`: User account, role (member/admin), kyc_status.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2. `chit_plans`: Scheme config (monthly_amount, pool).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3. `plan_members`: Member enrollments &amp; ticket IDs.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4. `monthly_draws`: Auction bids, dividend, commission.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5. `installments`: Monthly dues (month_number, total_amount).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6. `payments`: Transaction records (payment_method, tx_id).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ER Cardinality &amp; Relationships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USERS (1) ────&lt; (N) PLAN_MEMBERS (Members join schemes)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CHIT_PLANS (1) ────&lt; (N) PLAN_MEMBERS (Scheme has members)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CHIT_PLANS (1) ────&lt; (N) MONTHLY_DRAWS (Scheme has 1 draw/mo)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PLAN_MEMBERS (1) ────&lt; (N) INSTALLMENTS (Member has dues)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INSTALLMENTS (1) ────&lt; (N) PAYMENTS (Dues generate payments)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USERS (1) ────&lt; (N) PAYMENTS (User makes payments)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10. FEATURE HIGHLIGHTS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Key System Features &amp; Innovations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💳 Real-Time Payment Tracker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Active dues identification.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Instant Razorpay UPI checkout.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Google Pay / PhonePe QR scan.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Immediate ledger updates.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🧾 Verified Digital Receipts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Unique receipt numbers (`REC-2026`).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Member name &amp; ticket ID proof.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Verified &amp; Paid authorization badge.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One-click browser print.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📧 Automated Due Reminders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Triggered on the 10th monthly.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Informs members before 15th draw.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SMTP email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11. TECH STACK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Technology Stack Specification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Frontend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React.js 18 &amp; Vite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React Router DOM v7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TailwindCSS Styling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Lucide React Icons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Axios REST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Backend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Python 3.11 Runtime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FastAPI Framework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Uvicorn ASGI Server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SQLAlchemy ORM Layer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JWT &amp; Bcrypt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Database &amp; Testing Tooling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PostgreSQL 15 Database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Alembic DB Migrations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PyTest Automated Suite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Puppeteer E2E Testing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Node.js Integration Suite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12. TESTING &amp; VALIDATION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System Testing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070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Mandatory 16-Point Integration Test Verification Suite (100% Passed)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Group 1: Member Authentication &amp; Dues Identification ──&gt; [PASS] 4/4 Tests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Group 2: Payment Gateway &amp; Request Submission ──&gt; [PASS] 4/4 Tests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Group 3: Admin Verification &amp; Approval Lifecycle ──&gt; [PASS] 4/4 Tests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Group 4: Integration Verification &amp; Digital Receipt Generation ──&gt; [PASS] 4/4 Tests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Test Execution Result: 16/16 Tests Passed (0 Failed) | Executed via `node test_payment_installment_integration.cjs`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13. SYSTEM RESULTS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System Results &amp; Interface Screenshots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Member Installment &amp; Gateway UI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Displays active dues &amp; pending amount.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Scannable Google Pay UPI QR code modal.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Emergency reason rank selection dropdown.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Instant request submission to Admin.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Verified Payment Receipt Modal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Displays receipt number (`REC-2026-0014`).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Shows verified member name &amp; scheme details.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Displays paid amount ₹2,000 &amp; payment ref ID.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Includes printable official PDF receipt voucher.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14. FUTURE ROADMAP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Future System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📱 Mobile Application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Cross-platform React Native / Flutter app.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Push notifications for due dates.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Biometric fingerprint / FaceID login.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⚡ Live Bidding WebSockets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Real-time interactive auction room.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Live auction bid ticker &amp; timer.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Auto-bidding proxy for members.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🔗 Decentralized Blockchain Ledger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Immutable transaction record on Polygon.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Smart contract automated payouts.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100% decentralized trust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💬 WhatsApp Business Bot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Instant WhatsApp payment receipts.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Automated due reminders via WhatsApp API.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One-click UPI payment links.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15. CONCLUSION</a:t>
            </a:r>
          </a:p>
          <a:p>
            <a:pPr>
              <a:defRPr sz="2600" b="1">
                <a:solidFill>
                  <a:srgbClr val="1A2B49"/>
                </a:solidFill>
              </a:defRPr>
            </a:pPr>
            <a:r>
              <a:t>Project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07040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A2B49"/>
                </a:solidFill>
              </a:defRPr>
            </a:pPr>
            <a:r>
              <a:t>Summary of Accomplishments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Successfully developed and deployed the Secure Chit Fund Management System (SecureChit).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Achieved 100% seamless integration between Payment Gateway and Installment Tracker Modules.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Eliminated traditional manual book-keeping vulnerabilities with automated 5% commission &amp; dividend schedules.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Implemented robust 3-tier architecture with FastAPI, React.js, and PostgreSQL.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Validated with a 16-point automated integration test verification suite (16/16 Passed).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9"/>
          </a:solidFill>
          <a:ln>
            <a:solidFill>
              <a:srgbClr val="1A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97706"/>
                </a:solidFill>
              </a:defRPr>
            </a:pPr>
            <a:r>
              <a:t>THANK YOU!</a:t>
            </a:r>
          </a:p>
          <a:p>
            <a:br/>
            <a:pPr algn="ctr">
              <a:defRPr sz="2400" b="1"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br/>
            <a:pPr algn="ctr">
              <a:defRPr sz="1600">
                <a:solidFill>
                  <a:srgbClr val="FFFFFF"/>
                </a:solidFill>
              </a:defRPr>
            </a:pPr>
            <a:r>
              <a:t>Secure Chit Fund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