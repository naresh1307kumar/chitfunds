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Secure Chit Fund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External Viva Examination</a:t>
            </a:r>
          </a:p>
          <a:p/>
          <a:p>
            <a:r>
              <a:rPr sz="2400"/>
              <a:t>Team Members:</a:t>
            </a:r>
          </a:p>
          <a:p>
            <a:r>
              <a:rPr sz="2400"/>
              <a:t>R.NARESHKUMAR (24UCS08)</a:t>
            </a:r>
          </a:p>
          <a:p>
            <a:r>
              <a:rPr sz="2400"/>
              <a:t>APR.JEGATHEESH VARSHAN (24UCS06)</a:t>
            </a:r>
          </a:p>
          <a:p/>
          <a:p>
            <a:r>
              <a:rPr sz="2400"/>
              <a:t>Project Guide:</a:t>
            </a:r>
          </a:p>
          <a:p>
            <a:r>
              <a:rPr sz="2400"/>
              <a:t>Mrs. SM. VALLI B.E., M.C.A., M.Phil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Brief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Web-based application automating chit fund operations with full transparency.</a:t>
            </a:r>
          </a:p>
          <a:p>
            <a:pPr/>
            <a:r>
              <a:rPr sz="2200"/>
              <a:t>Tech Stack: React 18, Tailwind CSS, Python FastAPI, PostgreSQL.</a:t>
            </a:r>
          </a:p>
          <a:p>
            <a:pPr/>
            <a:r>
              <a:rPr sz="2200"/>
              <a:t>Key Features: Razorpay payment gateway, AI-powered smart winner allocation, and RBAC portals.</a:t>
            </a:r>
          </a:p>
          <a:p>
            <a:pPr/>
            <a:r>
              <a:rPr sz="2200"/>
              <a:t>Promissory Note Module: Auto-generates legal Promissory Notes requiring HTML5 Canvas digital signatures.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1. Registration &amp; KYC: User signs up and admin approves.</a:t>
            </a:r>
          </a:p>
          <a:p>
            <a:pPr/>
            <a:r>
              <a:rPr sz="2200"/>
              <a:t>2. Plan Enrollment: User selects a plan and pays initial installment via Razorpay.</a:t>
            </a:r>
          </a:p>
          <a:p>
            <a:pPr/>
            <a:r>
              <a:rPr sz="2200"/>
              <a:t>3. Live Bidding: Participates in monthly auction (AI emergency priority applied).</a:t>
            </a:r>
          </a:p>
          <a:p>
            <a:pPr/>
            <a:r>
              <a:rPr sz="2200"/>
              <a:t>4. Digital Signature: Winner electronically signs the Promissory Note.</a:t>
            </a:r>
          </a:p>
          <a:p>
            <a:pPr/>
            <a:r>
              <a:rPr sz="2200"/>
              <a:t>5. Prize Disbursal: Admin verifies signature and releases funds.</a:t>
            </a:r>
          </a:p>
          <a:p>
            <a:pPr/>
            <a:r>
              <a:rPr sz="2200"/>
              <a:t>6. Ongoing Payments: Subsequent dues calculated with automated monthly dividends.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[ Please insert User Registration / Member Dashboard screenshot here ]</a:t>
            </a:r>
          </a:p>
          <a:p>
            <a:pPr/>
            <a:r>
              <a:rPr sz="2200"/>
              <a:t>[ Please insert Live Auction / Bidding screenshot here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[ Please insert generated Digital Promissory Note screenshot here ]</a:t>
            </a:r>
          </a:p>
          <a:p>
            <a:pPr/>
            <a:r>
              <a:rPr sz="2200"/>
              <a:t>[ Please insert Payment Receipt / Admin Audit screenshot here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Eliminates inefficiencies and opacity of conventional paper-based chit funds.</a:t>
            </a:r>
          </a:p>
          <a:p>
            <a:pPr/>
            <a:r>
              <a:rPr sz="2200"/>
              <a:t>Ensures fair prize allocation via reverse-auction and AI Emergency Priority.</a:t>
            </a:r>
          </a:p>
          <a:p>
            <a:pPr/>
            <a:r>
              <a:rPr sz="2200"/>
              <a:t>Enforces the statutory 5% commission cap through automated dividend distribution.</a:t>
            </a:r>
          </a:p>
          <a:p>
            <a:pPr/>
            <a:r>
              <a:rPr sz="2200"/>
              <a:t>Passed all 25 system test cases confirming functional and security requirements.</a:t>
            </a:r>
          </a:p>
          <a:p>
            <a:pPr/>
            <a:r>
              <a:rPr sz="2200"/>
              <a:t>Successfully digitizes India's community savings instrument while maintaining trust.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React Native Mobile App: Cross-platform access for payments and bidding.</a:t>
            </a:r>
          </a:p>
          <a:p>
            <a:pPr/>
            <a:r>
              <a:rPr sz="2200"/>
              <a:t>NACH/e-NACH Auto-Debit: Automated collection to reduce default risks.</a:t>
            </a:r>
          </a:p>
          <a:p>
            <a:pPr/>
            <a:r>
              <a:rPr sz="2200"/>
              <a:t>Blockchain Audit Trail: Immutable transaction records using Hyperledger Fabric.</a:t>
            </a:r>
          </a:p>
          <a:p>
            <a:pPr/>
            <a:r>
              <a:rPr sz="2200"/>
              <a:t>AI Member Credit Scoring: Risk-weighted plan eligibility based on payment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