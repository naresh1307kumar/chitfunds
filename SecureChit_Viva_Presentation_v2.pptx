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Secure Chit Fund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External Viva Examination</a:t>
            </a:r>
          </a:p>
          <a:p/>
          <a:p>
            <a:r>
              <a:rPr sz="2400"/>
              <a:t>Team Members:</a:t>
            </a:r>
          </a:p>
          <a:p>
            <a:r>
              <a:rPr sz="2400"/>
              <a:t>R.NARESHKUMAR (24UCS08)</a:t>
            </a:r>
          </a:p>
          <a:p>
            <a:r>
              <a:rPr sz="2400"/>
              <a:t>APR.JEGATHEESH VARSHAN (24UCS06)</a:t>
            </a:r>
          </a:p>
          <a:p/>
          <a:p>
            <a:r>
              <a:rPr sz="2400"/>
              <a:t>Project Guide:</a:t>
            </a:r>
          </a:p>
          <a:p>
            <a:r>
              <a:rPr sz="2400"/>
              <a:t>Mrs. SM. VALLI B.E., M.C.A., M.Phil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Core Objective: Digitizes traditional paper-based chit funds to ensure complete transparency, ledger auditability, and legal compliance.</a:t>
            </a:r>
          </a:p>
          <a:p>
            <a:pPr/>
            <a:r>
              <a:rPr sz="2000"/>
              <a:t>End-to-End Automation: Seamlessly handles member onboarding, KYC validation, live reverse auction bidding, and automated dividend distribution.</a:t>
            </a:r>
          </a:p>
          <a:p>
            <a:pPr/>
            <a:r>
              <a:rPr sz="2000"/>
              <a:t>Secure Online Payments: Integrated Razorpay gateway enables members to pay monthly installments online and download instant Digital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AI-Powered Smart Allocation: Evaluates emergency priorities to select auction winners fairly without manual bias.</a:t>
            </a:r>
          </a:p>
          <a:p>
            <a:pPr/>
            <a:r>
              <a:rPr sz="2000"/>
              <a:t>Digital Promissory Note Module: Auto-generates an official legal Pronote (PRNYYYY-XXXX) for the winner.</a:t>
            </a:r>
          </a:p>
          <a:p>
            <a:pPr/>
            <a:r>
              <a:rPr sz="2000"/>
              <a:t>HTML5 Canvas Signature: The Pronote is activated only after the winner signs interactively via a touch/mouse pad.</a:t>
            </a:r>
          </a:p>
          <a:p>
            <a:pPr/>
            <a:r>
              <a:rPr sz="2000"/>
              <a:t>Modern Tech Stack: Robust full-stack architecture using React 18, Tailwind CSS, Python FastAPI REST services, and PostgreSQL.</a:t>
            </a:r>
          </a:p>
          <a:p>
            <a:pPr/>
            <a:r>
              <a:rPr sz="2000"/>
              <a:t>Security &amp; Access: Features Role-Based Access Control (RBAC) portals for secure Member and Admin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Registration &amp; KYC: User signs up and admin approves.</a:t>
            </a:r>
          </a:p>
          <a:p>
            <a:pPr/>
            <a:r>
              <a:rPr sz="2000"/>
              <a:t>2. Plan Enrollment: User selects a plan and pays initial installment via Razorpay.</a:t>
            </a:r>
          </a:p>
          <a:p>
            <a:pPr/>
            <a:r>
              <a:rPr sz="2000"/>
              <a:t>3. Live Bidding: Participates in monthly auction (AI emergency priority applied).</a:t>
            </a:r>
          </a:p>
          <a:p>
            <a:pPr/>
            <a:r>
              <a:rPr sz="2000"/>
              <a:t>4. Digital Signature: Winner electronically signs the Promissory Note.</a:t>
            </a:r>
          </a:p>
          <a:p>
            <a:pPr/>
            <a:r>
              <a:rPr sz="2000"/>
              <a:t>5. Prize Disbursal: Admin verifies signature and releases funds.</a:t>
            </a:r>
          </a:p>
          <a:p>
            <a:pPr/>
            <a:r>
              <a:rPr sz="2000"/>
              <a:t>6. Ongoing Payments: Subsequent dues calculated with automated monthly dividends.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[ Please insert User Registration / Member Dashboard screenshot here ]</a:t>
            </a:r>
          </a:p>
          <a:p>
            <a:pPr/>
            <a:r>
              <a:rPr sz="2000"/>
              <a:t>[ Please insert Live Auction / Bidding screenshot here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[ Please insert generated Digital Promissory Note screenshot here ]</a:t>
            </a:r>
          </a:p>
          <a:p>
            <a:pPr/>
            <a:r>
              <a:rPr sz="2000"/>
              <a:t>[ Please insert Payment Receipt / Admin Audit screenshot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Eliminates inefficiencies and opacity of conventional paper-based chit funds.</a:t>
            </a:r>
          </a:p>
          <a:p>
            <a:pPr/>
            <a:r>
              <a:rPr sz="2000"/>
              <a:t>Ensures fair prize allocation via reverse-auction and AI Emergency Priority.</a:t>
            </a:r>
          </a:p>
          <a:p>
            <a:pPr/>
            <a:r>
              <a:rPr sz="2000"/>
              <a:t>Enforces the statutory 5% commission cap through automated dividend distribution.</a:t>
            </a:r>
          </a:p>
          <a:p>
            <a:pPr/>
            <a:r>
              <a:rPr sz="2000"/>
              <a:t>Passed all 25 system test cases confirming functional and security requirements.</a:t>
            </a:r>
          </a:p>
          <a:p>
            <a:pPr/>
            <a:r>
              <a:rPr sz="2000"/>
              <a:t>Successfully digitizes India's community savings instrument while maintaining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React Native Mobile App: Cross-platform access for payments and bidding.</a:t>
            </a:r>
          </a:p>
          <a:p>
            <a:pPr/>
            <a:r>
              <a:rPr sz="2000"/>
              <a:t>NACH/e-NACH Auto-Debit: Automated collection to reduce default risks.</a:t>
            </a:r>
          </a:p>
          <a:p>
            <a:pPr/>
            <a:r>
              <a:rPr sz="2000"/>
              <a:t>Blockchain Audit Trail: Immutable transaction records using Hyperledger Fabric.</a:t>
            </a:r>
          </a:p>
          <a:p>
            <a:pPr/>
            <a:r>
              <a:rPr sz="2000"/>
              <a:t>AI Member Credit Scoring: Risk-weighted plan eligibility based on payment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